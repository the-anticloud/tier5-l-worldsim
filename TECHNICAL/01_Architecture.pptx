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L_WORLDSIM</a:t>
            </a:r>
          </a:p>
          <a:p>
            <a:r>
              <a:t>Tier: TIER_5_WORLD_NEURO_EMBODIED</a:t>
            </a:r>
          </a:p>
          <a:p>
            <a:r>
              <a:t>Identity: Upstream 4thfever/cultivation-world-simulator @ 471fe745e7c3 (CC-BY-NC-SA-4.0)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4thfever/cultivation-world-simulator |</a:t>
            </a:r>
          </a:p>
          <a:p>
            <a:r>
              <a:t>| Commit | 471fe745e7c3d582048d647257c74ae566cd235f |</a:t>
            </a:r>
          </a:p>
          <a:p>
            <a:r>
              <a:t>| Upstream licence | CC-BY-NC-SA-4.0 |</a:t>
            </a:r>
          </a:p>
          <a:p>
            <a:r>
              <a:t>| Licence class | restricted |</a:t>
            </a:r>
          </a:p>
          <a:p>
            <a:r>
              <a:t>| Clone size | 367.36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L_WORLDSIM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