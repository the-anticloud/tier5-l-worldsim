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L_WORLDSIM</a:t>
            </a:r>
          </a:p>
          <a:p>
            <a:r>
              <a:t>Tier: TIER_5_WORLD_NEURO_EMBODIED</a:t>
            </a:r>
          </a:p>
          <a:p>
            <a:r>
              <a:t>Identity: Upstream 4thfever/cultivation-world-simulator @ 471fe745e7c3 (CC-BY-NC-SA-4.0)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L_WORLDSIM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